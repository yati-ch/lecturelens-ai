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chloroplast light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Calvin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carbon fixation enzyme rubisco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Respiration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mitochondria glucose oxidation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